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· SOURCE · RADIO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400" i="1" dirty="0">
                <a:solidFill>
                  <a:srgbClr val="F4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</a:t>
            </a:r>
            <a:pPr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push-to-talk</a:t>
            </a:r>
            <a:endParaRPr lang="en-US" sz="6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field operations.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89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commercial PTT (Hytera HyTalk Pro, Motorola WAVE, Zello) on rugged Hytera P50 radios. One server, your channels, your data.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84080" y="4572000"/>
            <a:ext cx="1645920" cy="1645920"/>
          </a:xfrm>
          <a:prstGeom prst="ellipse">
            <a:avLst/>
          </a:prstGeom>
          <a:solidFill>
            <a:srgbClr val="1F1A14"/>
          </a:solidFill>
          <a:ln w="19050">
            <a:solidFill>
              <a:srgbClr val="F4B3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98348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A12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PTT locks the fleet 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8404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3474720" cy="73152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$$$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PER-RADIO LICENSING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priced per device, per month, in perpetuity.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474720" cy="38404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94560"/>
            <a:ext cx="3474720" cy="73152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 LOCK-IN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297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channels, dispatch — all tied to one provider's cloud.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474720" cy="38404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194560"/>
            <a:ext cx="3474720" cy="73152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OFF-PREM AUDITS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297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1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comms routed through third-party infrastructure you can't inspect.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A12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</a:t>
            </a:r>
            <a:pPr indent="0" marL="0">
              <a:buNone/>
            </a:pPr>
            <a:r>
              <a:rPr lang="en-US" sz="3600" i="1" dirty="0">
                <a:solidFill>
                  <a:srgbClr val="1A12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</a:t>
            </a:r>
            <a:pPr indent="0" marL="0">
              <a:buNone/>
            </a:pPr>
            <a:r>
              <a:rPr lang="en-US" sz="36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radio + dispatch stack you run yourself.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72800" cy="123444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73152" cy="123444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32888"/>
            <a:ext cx="777240" cy="77724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0662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468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GPL-3.0 source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20240" y="288950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from Mumla / Murmur. Read the code, change the code, ship the code. No vendor escape hatch needed.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10972800" cy="123444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703320"/>
            <a:ext cx="73152" cy="123444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950208"/>
            <a:ext cx="777240" cy="77724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123944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920240" y="430682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Docker compose: Murmur + admin + dispatch + SIP bridge + Traccar + Postgres. Runs on a small VPS.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120640"/>
            <a:ext cx="10972800" cy="123444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5120640"/>
            <a:ext cx="73152" cy="123444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14400" y="5367528"/>
            <a:ext cx="777240" cy="77724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54126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5303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Hytera P50 native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920240" y="572414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PTT key, channel knob, orange status, green answer, red reject — every meaningful button does the right thing.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RADIO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key does its job.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6771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 (side)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0" y="21488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transmit. Triple-tap toggles a lone-worker shift.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2816352"/>
            <a:ext cx="10607040" cy="9144"/>
          </a:xfrm>
          <a:prstGeom prst="rect">
            <a:avLst/>
          </a:prstGeom>
          <a:solidFill>
            <a:srgbClr val="3B3024"/>
          </a:solidFill>
          <a:ln w="12700">
            <a:solidFill>
              <a:srgbClr val="3B302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449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knob (F5/F6)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14800" y="2926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 switch channels. Locked while a phone call is active.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10607040" cy="9144"/>
          </a:xfrm>
          <a:prstGeom prst="rect">
            <a:avLst/>
          </a:prstGeom>
          <a:solidFill>
            <a:srgbClr val="3B3024"/>
          </a:solidFill>
          <a:ln w="12700">
            <a:solidFill>
              <a:srgbClr val="3B302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2219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 (top)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114800" y="3703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presence — Online → Busy → Offline. TTS confirms each change.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77240" y="4370832"/>
            <a:ext cx="10607040" cy="9144"/>
          </a:xfrm>
          <a:prstGeom prst="rect">
            <a:avLst/>
          </a:prstGeom>
          <a:solidFill>
            <a:srgbClr val="3B3024"/>
          </a:solidFill>
          <a:ln w="12700">
            <a:solidFill>
              <a:srgbClr val="3B302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9943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(front)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114800" y="4480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incoming SIP call. During an active call, toggles consultation hold.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77240" y="5148072"/>
            <a:ext cx="10607040" cy="9144"/>
          </a:xfrm>
          <a:prstGeom prst="rect">
            <a:avLst/>
          </a:prstGeom>
          <a:solidFill>
            <a:srgbClr val="3B3024"/>
          </a:solidFill>
          <a:ln w="12700">
            <a:solidFill>
              <a:srgbClr val="3B302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7667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5257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(front)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114800" y="5257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incoming call. During an active call, hangs up.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A12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things teams actually do.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+ channels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Mumble PTT. Channels per team, tree-scoped.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219456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19456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42316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60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GPS dispatch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0916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radio. Dispatch to nearest worker with one click.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219456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219456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03920" y="242316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60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Lone-worker shifts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0392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check-in shifts. Auto-pings on overdue. SOS trigger.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1480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411480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805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14400" y="5074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• Busy • Offline. Dispatch sees who's reachable; mute icon when device is silent.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434840" y="411480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34840" y="411480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09160" y="434340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4805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groups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709160" y="5074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Multi-team isolation. Per-user channel scoping; admin escape hatch.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229600" y="4114800"/>
            <a:ext cx="3657600" cy="1783080"/>
          </a:xfrm>
          <a:prstGeom prst="rect">
            <a:avLst/>
          </a:prstGeom>
          <a:solidFill>
            <a:srgbClr val="FBF5E5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29600" y="4114800"/>
            <a:ext cx="73152" cy="178308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03920" y="4343400"/>
            <a:ext cx="640080" cy="640080"/>
          </a:xfrm>
          <a:prstGeom prst="ellipse">
            <a:avLst/>
          </a:prstGeom>
          <a:solidFill>
            <a:srgbClr val="F1E9D9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48056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28116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bridge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503920" y="5074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DID lands in a Phone channel. Hold-music, transfer, hangup — all on hardware buttons.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359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calls become channels. Channels find people.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4114800"/>
          </a:xfrm>
          <a:prstGeom prst="rect">
            <a:avLst/>
          </a:prstGeom>
          <a:solidFill>
            <a:srgbClr val="1F1A14"/>
          </a:solidFill>
          <a:ln w="9525">
            <a:solidFill>
              <a:srgbClr val="3B30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73152" cy="411480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gateway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971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DIDWW trunk → Asterisk → AudioSocket → Mumble channel.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5387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35387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sub-channels (Phone/Call-1, Call-2, …).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41056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4105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get a whisper-ding when a call rings.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672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4672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hold: caller hears music, operator can confer in another channel.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5239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52395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reject + hangup, 180 s auto-hangup safety.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2103120"/>
            <a:ext cx="5349240" cy="4114800"/>
          </a:xfrm>
          <a:prstGeom prst="rect">
            <a:avLst/>
          </a:prstGeom>
          <a:solidFill>
            <a:srgbClr val="1F1A14"/>
          </a:solidFill>
          <a:ln w="9525">
            <a:solidFill>
              <a:srgbClr val="3B30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2103120"/>
            <a:ext cx="73152" cy="4114800"/>
          </a:xfrm>
          <a:prstGeom prst="rect">
            <a:avLst/>
          </a:prstGeom>
          <a:solidFill>
            <a:srgbClr val="F4B340"/>
          </a:solidFill>
          <a:ln w="12700">
            <a:solidFill>
              <a:srgbClr val="F4B34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317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+ GPS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812280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132320" y="2971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every radio (Traccar + OsmAnd protocol).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12280" y="35387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132320" y="35387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→ ranked list of nearest available workers.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812280" y="41056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132320" y="4105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dispatch → TTS whisper hits the operator's slot.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812280" y="46725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132320" y="4672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is strict: only Online + Mumble-connected count.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12280" y="5239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132320" y="52395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locations + canned messages for high-frequency dispatches.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RUN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source.
</a:t>
            </a:r>
            <a:pPr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1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it up.
</a:t>
            </a:r>
            <a:pPr indent="0" marL="0">
              <a:lnSpc>
                <a:spcPct val="100000"/>
              </a:lnSpc>
              <a:buNone/>
            </a:pPr>
            <a:r>
              <a:rPr lang="en-US" sz="8000" i="1" dirty="0">
                <a:solidFill>
                  <a:srgbClr val="F4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80560" y="5029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66928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 LOCK-IN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5029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B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50976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FORKS WELCOME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61520" cy="18288"/>
          </a:xfrm>
          <a:prstGeom prst="rect">
            <a:avLst/>
          </a:prstGeom>
          <a:solidFill>
            <a:srgbClr val="F4B340">
              <a:alpha val="40000"/>
            </a:srgbClr>
          </a:solidFill>
          <a:ln w="12700">
            <a:solidFill>
              <a:srgbClr val="F4B34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openPTT TRX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A89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ptt.harro.ch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openPTT TRX — Self-hosted dispatch radio</dc:title>
  <dc:subject>PptxGenJS Presentation</dc:subject>
  <dc:creator>openPTT TRX</dc:creator>
  <cp:lastModifiedBy>openPTT TRX</cp:lastModifiedBy>
  <cp:revision>1</cp:revision>
  <dcterms:created xsi:type="dcterms:W3CDTF">2026-04-23T10:14:46Z</dcterms:created>
  <dcterms:modified xsi:type="dcterms:W3CDTF">2026-04-23T10:14:46Z</dcterms:modified>
</cp:coreProperties>
</file>